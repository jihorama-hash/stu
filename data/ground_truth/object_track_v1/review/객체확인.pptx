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83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2" autoAdjust="0"/>
    <p:restoredTop sz="94660"/>
  </p:normalViewPr>
  <p:slideViewPr>
    <p:cSldViewPr snapToGrid="0">
      <p:cViewPr>
        <p:scale>
          <a:sx n="100" d="100"/>
          <a:sy n="100" d="100"/>
        </p:scale>
        <p:origin x="65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4EA2B-0DC8-4ABF-8F6E-136356D48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F153CC-882C-4EB9-B340-4E093A74F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318528-0167-4D4C-B339-BC02D5177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C0635-EC86-4EB6-BC36-20B5FD95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A46468-BB87-46A8-9488-5940824F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34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52610-CC04-4ECE-9886-CC7F86D3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55FDAF-9708-46CC-9ED3-551E73A73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1A0C9-299A-4694-9A50-409BF15D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548983-2B22-4639-A8DE-CEA1E747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6EE9D3-2FCE-4F8D-9A68-CA58DB78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30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0D159-1887-4726-979B-4B19BF311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872FD0-7DC4-4021-8A57-11403C8C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4353C0-3B55-4242-BC26-AA9FB9259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AD4499-8705-4BA8-A134-C2817C75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2491B-4802-4CFD-88EC-12D898554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7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B4351-CF79-4820-86BA-EEE59DF0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73A8-26C1-40E5-AC0D-304352B5F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35977B-6415-4022-BB62-D2ED8A533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26E0A9-8CB5-423F-AE34-617434CB3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FC662-EEF3-4290-A774-BF784F93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826358-9C61-41D0-87DE-87E744E8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41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14B177-3217-48BA-B36F-949B436AF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3D20A-18D2-4852-BA02-BE5217534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5E6C53-340D-4E31-96B1-2DD62FB3B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95EDAE-11CE-41F0-8634-32F572683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A7797C-926A-433E-914F-B0F7848BA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76D7625-CD7A-45AC-9F7B-EF5BA442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C8E41EB-1AC4-415B-8790-45B1D140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8BDC53-E263-4F24-8346-D2D00E3E7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09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A91D2-D27A-49E9-8B78-B2223516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449248-87E7-4EEA-96DC-0E906A4C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004DB0-2701-4E7B-9C35-15042A01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3FBE39-143D-4615-AAAD-632ED6823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13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AB1F88-2F43-4704-B5C8-7F3E033A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A1AD8F-7347-4BAB-A07C-2C4540B7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D6347D-A3E3-4106-911A-424DDAC9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97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D4C62-1A34-42AB-B1A4-6623F383E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B0707-0890-4A34-95DE-7E968B47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1E2AE3-F365-4EAE-AADF-517611B8F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C4F3E2-22F0-4360-B567-B960E857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317B6E-A198-4A97-8AF1-F7D5916D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B98E92-01A5-49C5-AFC0-2F84012F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07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C1D09-D0FA-4E51-AE44-13473C66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6F4890-7ECB-4043-B536-59E468905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DA80BB-E666-4C05-9AE2-47CEB0AF9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7B7CF-FDCF-4D20-9D42-5EC7D8EF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E9F1C1-2F35-464F-9675-7010C13F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8468BB-4959-4BDF-BB1E-AE014AB3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262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EC51D-0F54-41BC-9964-E6BE3F9A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2261C6-061D-4585-8873-79FE7A0B3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DFA4C8-847C-4E91-B56A-9FDA8F70B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370CC3-20AD-4033-B702-5FC3DAF4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789223-F450-4D3E-9904-5A38C1BF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130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8C78662-4E95-4D15-97DA-3796E6A49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A5FE9D-B8F8-48C6-B103-3A6D3FA49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F5EE86-CCCE-41AF-B86E-59E14F85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01BF6-EF0F-4CEB-978D-B3CC3B5B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735B82-AECE-4ADF-9265-BB19C8AE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892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A0FFB3-BA52-410C-A385-081BFB1C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3C2C69-D38A-4653-9CDD-35F6B40B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0169A7-EB02-47EE-878B-CEC4038A2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AB913-F05A-4D4D-BA84-389BB41B8860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A605E3-5BA7-489C-B2E9-D7EB2EB68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86B6D8-C5D9-40F7-8A05-5C944AC51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7FCA5-5D99-407D-B3B5-70D576824C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72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B9758E-03A9-49ED-A052-5F46E5958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2" y="322510"/>
            <a:ext cx="10544360" cy="60291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30907C3-C5CF-4B3E-9EF0-65F9E1909545}"/>
              </a:ext>
            </a:extLst>
          </p:cNvPr>
          <p:cNvSpPr/>
          <p:nvPr/>
        </p:nvSpPr>
        <p:spPr>
          <a:xfrm>
            <a:off x="3942413" y="1499016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E027D-9053-4777-AD92-AAE110FCAE89}"/>
              </a:ext>
            </a:extLst>
          </p:cNvPr>
          <p:cNvSpPr txBox="1"/>
          <p:nvPr/>
        </p:nvSpPr>
        <p:spPr>
          <a:xfrm>
            <a:off x="4233333" y="1032933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49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BE6CD4-BA92-408E-A4EB-7F6D427F7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6" y="194720"/>
            <a:ext cx="11657954" cy="685298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ADB3372-FA9B-4747-B993-4E9E6F7E2954}"/>
              </a:ext>
            </a:extLst>
          </p:cNvPr>
          <p:cNvSpPr/>
          <p:nvPr/>
        </p:nvSpPr>
        <p:spPr>
          <a:xfrm>
            <a:off x="10223292" y="899409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D2253-E2BC-4E2D-AC05-F965761857F3}"/>
              </a:ext>
            </a:extLst>
          </p:cNvPr>
          <p:cNvSpPr txBox="1"/>
          <p:nvPr/>
        </p:nvSpPr>
        <p:spPr>
          <a:xfrm>
            <a:off x="10514212" y="433326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96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AB06B03-48C0-46EA-BA79-81510D4B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73" y="0"/>
            <a:ext cx="11165653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4B201F-DE53-48A6-A1E2-330EAA9C5003}"/>
              </a:ext>
            </a:extLst>
          </p:cNvPr>
          <p:cNvSpPr/>
          <p:nvPr/>
        </p:nvSpPr>
        <p:spPr>
          <a:xfrm>
            <a:off x="10038413" y="4077323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46133E-03CF-4EF4-9C34-E359130B0E7A}"/>
              </a:ext>
            </a:extLst>
          </p:cNvPr>
          <p:cNvSpPr txBox="1"/>
          <p:nvPr/>
        </p:nvSpPr>
        <p:spPr>
          <a:xfrm>
            <a:off x="10329333" y="3611240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809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04AF41-DAC7-401C-9454-A814DE5E1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73" y="154095"/>
            <a:ext cx="10882860" cy="675854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2F85680-CFC8-4C2D-9D13-51871DECCCDC}"/>
              </a:ext>
            </a:extLst>
          </p:cNvPr>
          <p:cNvSpPr/>
          <p:nvPr/>
        </p:nvSpPr>
        <p:spPr>
          <a:xfrm>
            <a:off x="334780" y="4811841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D99AB-D2C9-48E2-BF39-D20376DAD1B7}"/>
              </a:ext>
            </a:extLst>
          </p:cNvPr>
          <p:cNvSpPr txBox="1"/>
          <p:nvPr/>
        </p:nvSpPr>
        <p:spPr>
          <a:xfrm>
            <a:off x="625700" y="4345758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833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B9A2ED3-7F69-4E61-862A-61D829267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2" y="0"/>
            <a:ext cx="10955216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A7516FE-A21E-4629-8E98-7ACF81FA430E}"/>
              </a:ext>
            </a:extLst>
          </p:cNvPr>
          <p:cNvSpPr/>
          <p:nvPr/>
        </p:nvSpPr>
        <p:spPr>
          <a:xfrm>
            <a:off x="9313889" y="4077323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73AE2B-A345-4673-BDDE-AEA46B238AA1}"/>
              </a:ext>
            </a:extLst>
          </p:cNvPr>
          <p:cNvSpPr txBox="1"/>
          <p:nvPr/>
        </p:nvSpPr>
        <p:spPr>
          <a:xfrm>
            <a:off x="9604809" y="3611240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3633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4459209-5B23-4D55-9053-E4C01DFD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03" y="0"/>
            <a:ext cx="10270593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13005C9-8D51-48F3-B504-71D59425DDDC}"/>
              </a:ext>
            </a:extLst>
          </p:cNvPr>
          <p:cNvSpPr/>
          <p:nvPr/>
        </p:nvSpPr>
        <p:spPr>
          <a:xfrm>
            <a:off x="334780" y="4811841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4B464-7266-470B-94EF-333EFFF62C10}"/>
              </a:ext>
            </a:extLst>
          </p:cNvPr>
          <p:cNvSpPr txBox="1"/>
          <p:nvPr/>
        </p:nvSpPr>
        <p:spPr>
          <a:xfrm>
            <a:off x="625700" y="4345758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899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7E61F202-F74E-4C2B-967C-4AEAED55B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12" y="0"/>
            <a:ext cx="10337528" cy="6827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1578FB-2C06-42D1-AD8C-8E4D54605F5D}"/>
              </a:ext>
            </a:extLst>
          </p:cNvPr>
          <p:cNvSpPr txBox="1"/>
          <p:nvPr/>
        </p:nvSpPr>
        <p:spPr>
          <a:xfrm>
            <a:off x="9604809" y="3611240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C005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2633AC1-BE5F-4DFE-BC4F-C4E5D3768F57}"/>
              </a:ext>
            </a:extLst>
          </p:cNvPr>
          <p:cNvSpPr/>
          <p:nvPr/>
        </p:nvSpPr>
        <p:spPr>
          <a:xfrm>
            <a:off x="9937494" y="965477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F14A1-A266-44DC-A0A8-3D252CA3DFD3}"/>
              </a:ext>
            </a:extLst>
          </p:cNvPr>
          <p:cNvSpPr txBox="1"/>
          <p:nvPr/>
        </p:nvSpPr>
        <p:spPr>
          <a:xfrm>
            <a:off x="10228414" y="499394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5014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6A2664-DAE2-4939-9FB9-815EDE332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49" y="188664"/>
            <a:ext cx="10486932" cy="688150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D982E7E-E20A-4582-AC51-ACF575D4EC35}"/>
              </a:ext>
            </a:extLst>
          </p:cNvPr>
          <p:cNvSpPr/>
          <p:nvPr/>
        </p:nvSpPr>
        <p:spPr>
          <a:xfrm>
            <a:off x="272786" y="5106309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6232F-B0AE-4433-9BA3-E33AC7C90F70}"/>
              </a:ext>
            </a:extLst>
          </p:cNvPr>
          <p:cNvSpPr txBox="1"/>
          <p:nvPr/>
        </p:nvSpPr>
        <p:spPr>
          <a:xfrm>
            <a:off x="563706" y="4640226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5985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C713E16-F7E2-4196-9281-1FABAB4C7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96" y="0"/>
            <a:ext cx="9799408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EC71F17-F004-4304-874E-1D9E74AB8C14}"/>
              </a:ext>
            </a:extLst>
          </p:cNvPr>
          <p:cNvSpPr/>
          <p:nvPr/>
        </p:nvSpPr>
        <p:spPr>
          <a:xfrm>
            <a:off x="9937494" y="965477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F049C-756A-4138-838C-CBBBAE2A9C39}"/>
              </a:ext>
            </a:extLst>
          </p:cNvPr>
          <p:cNvSpPr txBox="1"/>
          <p:nvPr/>
        </p:nvSpPr>
        <p:spPr>
          <a:xfrm>
            <a:off x="10228414" y="499394"/>
            <a:ext cx="758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C009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700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97A72C3-ED57-4CFF-83A7-E57697952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17" y="120842"/>
            <a:ext cx="10105822" cy="6911452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E88D513-4785-47B0-B362-7DCCB10431E6}"/>
              </a:ext>
            </a:extLst>
          </p:cNvPr>
          <p:cNvSpPr/>
          <p:nvPr/>
        </p:nvSpPr>
        <p:spPr>
          <a:xfrm>
            <a:off x="1782844" y="5522954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459A8-B8C7-4F87-9256-C4A5A6B7CBAF}"/>
              </a:ext>
            </a:extLst>
          </p:cNvPr>
          <p:cNvSpPr txBox="1"/>
          <p:nvPr/>
        </p:nvSpPr>
        <p:spPr>
          <a:xfrm>
            <a:off x="2073764" y="505687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M001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51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3F6FE9A-65F6-41AE-8A8D-1D027664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819" y="0"/>
            <a:ext cx="10242362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BE8CC5A-81AE-48B1-949B-841856149719}"/>
              </a:ext>
            </a:extLst>
          </p:cNvPr>
          <p:cNvSpPr/>
          <p:nvPr/>
        </p:nvSpPr>
        <p:spPr>
          <a:xfrm>
            <a:off x="1782844" y="5522954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A45C49-F104-4BA3-BCB0-89DFE5BC0892}"/>
              </a:ext>
            </a:extLst>
          </p:cNvPr>
          <p:cNvSpPr txBox="1"/>
          <p:nvPr/>
        </p:nvSpPr>
        <p:spPr>
          <a:xfrm>
            <a:off x="2073764" y="505687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M002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0816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7224AE-8887-4714-9FA8-01803FECC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92" y="292830"/>
            <a:ext cx="10763592" cy="670811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2190770-4121-4A47-B361-31E9C254FFF8}"/>
              </a:ext>
            </a:extLst>
          </p:cNvPr>
          <p:cNvSpPr/>
          <p:nvPr/>
        </p:nvSpPr>
        <p:spPr>
          <a:xfrm>
            <a:off x="9382857" y="4698495"/>
            <a:ext cx="2153587" cy="121420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DF0E0-BC12-4C8C-A62F-1F0797F99B42}"/>
              </a:ext>
            </a:extLst>
          </p:cNvPr>
          <p:cNvSpPr txBox="1"/>
          <p:nvPr/>
        </p:nvSpPr>
        <p:spPr>
          <a:xfrm>
            <a:off x="9673777" y="4232412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M003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8630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CDA0601-20CE-4FB2-B52B-D9FE1212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21" y="0"/>
            <a:ext cx="10015757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9D31DB5-DA3D-48EE-BCC7-2AAF676DBEE7}"/>
              </a:ext>
            </a:extLst>
          </p:cNvPr>
          <p:cNvSpPr/>
          <p:nvPr/>
        </p:nvSpPr>
        <p:spPr>
          <a:xfrm>
            <a:off x="7132500" y="4516810"/>
            <a:ext cx="458925" cy="54096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5BE99D-0E0A-407D-B977-E87922B993E8}"/>
              </a:ext>
            </a:extLst>
          </p:cNvPr>
          <p:cNvSpPr txBox="1"/>
          <p:nvPr/>
        </p:nvSpPr>
        <p:spPr>
          <a:xfrm>
            <a:off x="7000421" y="401564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96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14E4B6C-1771-4D24-9EF8-41B4F037C8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78" y="100182"/>
            <a:ext cx="10265643" cy="665763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F00F83F-7BD3-4862-8B8A-D8224DBDE0A6}"/>
              </a:ext>
            </a:extLst>
          </p:cNvPr>
          <p:cNvSpPr/>
          <p:nvPr/>
        </p:nvSpPr>
        <p:spPr>
          <a:xfrm>
            <a:off x="6095999" y="4242217"/>
            <a:ext cx="1035306" cy="89099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B2990-8FC7-4B9E-8357-945E5ED8DBF8}"/>
              </a:ext>
            </a:extLst>
          </p:cNvPr>
          <p:cNvSpPr txBox="1"/>
          <p:nvPr/>
        </p:nvSpPr>
        <p:spPr>
          <a:xfrm>
            <a:off x="5199176" y="405755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EA278-4EAD-4E90-B6AE-7140FF940763}"/>
              </a:ext>
            </a:extLst>
          </p:cNvPr>
          <p:cNvSpPr txBox="1"/>
          <p:nvPr/>
        </p:nvSpPr>
        <p:spPr>
          <a:xfrm>
            <a:off x="5199176" y="4441716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372F7E-79E1-4EBE-90A9-8A9032C9B9C8}"/>
              </a:ext>
            </a:extLst>
          </p:cNvPr>
          <p:cNvSpPr txBox="1"/>
          <p:nvPr/>
        </p:nvSpPr>
        <p:spPr>
          <a:xfrm>
            <a:off x="5199176" y="4811048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2036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BF9AB7-8D4A-4C3E-AD50-D34F3613B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89" y="0"/>
            <a:ext cx="10282822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4AC6556-AFD5-4C75-8834-887773EDDA94}"/>
              </a:ext>
            </a:extLst>
          </p:cNvPr>
          <p:cNvSpPr/>
          <p:nvPr/>
        </p:nvSpPr>
        <p:spPr>
          <a:xfrm>
            <a:off x="8494575" y="4002460"/>
            <a:ext cx="732229" cy="63016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C83CEE-5B76-4F76-B840-7B30EB5ACAEC}"/>
              </a:ext>
            </a:extLst>
          </p:cNvPr>
          <p:cNvSpPr txBox="1"/>
          <p:nvPr/>
        </p:nvSpPr>
        <p:spPr>
          <a:xfrm>
            <a:off x="8362496" y="350129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107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EF573A-160E-48EE-9DA1-DC60A1197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35" y="-38864"/>
            <a:ext cx="10395589" cy="751220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F1FAB2A-6771-4C3E-AF9A-7209F7268EA2}"/>
              </a:ext>
            </a:extLst>
          </p:cNvPr>
          <p:cNvSpPr/>
          <p:nvPr/>
        </p:nvSpPr>
        <p:spPr>
          <a:xfrm>
            <a:off x="5763446" y="641767"/>
            <a:ext cx="600076" cy="51643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C5D1F-1209-4470-B604-586986E3106C}"/>
              </a:ext>
            </a:extLst>
          </p:cNvPr>
          <p:cNvSpPr txBox="1"/>
          <p:nvPr/>
        </p:nvSpPr>
        <p:spPr>
          <a:xfrm>
            <a:off x="6513626" y="686643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127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1CA7470-A323-4DDC-A96A-12F76462D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14" y="161541"/>
            <a:ext cx="10992235" cy="6795039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25E1202-9CDC-4D07-8370-3CE1FEA69BF9}"/>
              </a:ext>
            </a:extLst>
          </p:cNvPr>
          <p:cNvSpPr/>
          <p:nvPr/>
        </p:nvSpPr>
        <p:spPr>
          <a:xfrm>
            <a:off x="10839450" y="2867024"/>
            <a:ext cx="667136" cy="692035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1F932-A1E8-4273-B84D-9B90B68BDA40}"/>
              </a:ext>
            </a:extLst>
          </p:cNvPr>
          <p:cNvSpPr txBox="1"/>
          <p:nvPr/>
        </p:nvSpPr>
        <p:spPr>
          <a:xfrm>
            <a:off x="9804079" y="2600226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P016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0B05F-AB77-48C5-90D8-BDD7B27472F3}"/>
              </a:ext>
            </a:extLst>
          </p:cNvPr>
          <p:cNvSpPr txBox="1"/>
          <p:nvPr/>
        </p:nvSpPr>
        <p:spPr>
          <a:xfrm>
            <a:off x="9804079" y="298439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P018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A766F-D908-419C-BDED-777F8E99DD1A}"/>
              </a:ext>
            </a:extLst>
          </p:cNvPr>
          <p:cNvSpPr txBox="1"/>
          <p:nvPr/>
        </p:nvSpPr>
        <p:spPr>
          <a:xfrm>
            <a:off x="9804079" y="3353723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8049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80B4F94-5215-46D6-9882-50B112ADA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668" y="0"/>
            <a:ext cx="9768664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894C93-9BFC-4F14-B5A3-01A270B8C238}"/>
              </a:ext>
            </a:extLst>
          </p:cNvPr>
          <p:cNvSpPr/>
          <p:nvPr/>
        </p:nvSpPr>
        <p:spPr>
          <a:xfrm>
            <a:off x="6877049" y="4724400"/>
            <a:ext cx="482855" cy="4373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03842-F6D4-4CD1-9EFF-41824F9AEAE8}"/>
              </a:ext>
            </a:extLst>
          </p:cNvPr>
          <p:cNvSpPr txBox="1"/>
          <p:nvPr/>
        </p:nvSpPr>
        <p:spPr>
          <a:xfrm>
            <a:off x="5875451" y="4758427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1191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0ACD7CF-B6CF-40E3-A314-2ADBAFBB1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68" y="0"/>
            <a:ext cx="10104014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7E51A15E-6130-4CD6-A5D6-EDD6C290BEB7}"/>
              </a:ext>
            </a:extLst>
          </p:cNvPr>
          <p:cNvSpPr/>
          <p:nvPr/>
        </p:nvSpPr>
        <p:spPr>
          <a:xfrm>
            <a:off x="6886574" y="4667250"/>
            <a:ext cx="444755" cy="5707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C8A7A-9DA7-48E8-905E-034F6A4CC645}"/>
              </a:ext>
            </a:extLst>
          </p:cNvPr>
          <p:cNvSpPr txBox="1"/>
          <p:nvPr/>
        </p:nvSpPr>
        <p:spPr>
          <a:xfrm>
            <a:off x="5942126" y="4583286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433E4-8580-4CE8-96E6-508A7838B093}"/>
              </a:ext>
            </a:extLst>
          </p:cNvPr>
          <p:cNvSpPr txBox="1"/>
          <p:nvPr/>
        </p:nvSpPr>
        <p:spPr>
          <a:xfrm>
            <a:off x="5942126" y="4952618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3820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51508FE-6652-4FA8-99CA-05FEAE43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54" y="0"/>
            <a:ext cx="10474491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4B69B92-6613-43CB-90C8-3F52FF968291}"/>
              </a:ext>
            </a:extLst>
          </p:cNvPr>
          <p:cNvSpPr/>
          <p:nvPr/>
        </p:nvSpPr>
        <p:spPr>
          <a:xfrm>
            <a:off x="10818894" y="3028950"/>
            <a:ext cx="514351" cy="4754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7D7AFF-5E28-4D83-B624-FE5349C50AD5}"/>
              </a:ext>
            </a:extLst>
          </p:cNvPr>
          <p:cNvSpPr txBox="1"/>
          <p:nvPr/>
        </p:nvSpPr>
        <p:spPr>
          <a:xfrm>
            <a:off x="10114076" y="255260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131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17EBF9B-D9BB-4482-8142-43B2802CF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547" y="0"/>
            <a:ext cx="9962906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EA55F5C-3666-40FA-A7C1-44F48FBAA634}"/>
              </a:ext>
            </a:extLst>
          </p:cNvPr>
          <p:cNvSpPr/>
          <p:nvPr/>
        </p:nvSpPr>
        <p:spPr>
          <a:xfrm>
            <a:off x="5972175" y="394117"/>
            <a:ext cx="778130" cy="51075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4027F-FD48-4B41-BD59-992EE9A29291}"/>
              </a:ext>
            </a:extLst>
          </p:cNvPr>
          <p:cNvSpPr txBox="1"/>
          <p:nvPr/>
        </p:nvSpPr>
        <p:spPr>
          <a:xfrm>
            <a:off x="4970576" y="464830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6523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B145AD6-8E55-4B42-8932-238B08ED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80" y="0"/>
            <a:ext cx="10182839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45A7EB2-176F-44B2-8840-9EBFE846D927}"/>
              </a:ext>
            </a:extLst>
          </p:cNvPr>
          <p:cNvSpPr/>
          <p:nvPr/>
        </p:nvSpPr>
        <p:spPr>
          <a:xfrm>
            <a:off x="5199176" y="5057774"/>
            <a:ext cx="363424" cy="50406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FBA5EA-6FC2-49C6-9130-07BB7431B575}"/>
              </a:ext>
            </a:extLst>
          </p:cNvPr>
          <p:cNvSpPr txBox="1"/>
          <p:nvPr/>
        </p:nvSpPr>
        <p:spPr>
          <a:xfrm>
            <a:off x="4948734" y="443855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7714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CAD02BD-C144-427E-939C-D9F3EB6C4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33" y="0"/>
            <a:ext cx="10381534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081BFDB-44F6-4631-863D-8517EA7A0C54}"/>
              </a:ext>
            </a:extLst>
          </p:cNvPr>
          <p:cNvSpPr/>
          <p:nvPr/>
        </p:nvSpPr>
        <p:spPr>
          <a:xfrm>
            <a:off x="9048749" y="4426883"/>
            <a:ext cx="628651" cy="70632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01C63-89AD-4645-AB8F-A47D4391F3EF}"/>
              </a:ext>
            </a:extLst>
          </p:cNvPr>
          <p:cNvSpPr txBox="1"/>
          <p:nvPr/>
        </p:nvSpPr>
        <p:spPr>
          <a:xfrm>
            <a:off x="8930920" y="3933726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988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2B97DAC-63AD-4F8F-8F86-201076173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71" y="0"/>
            <a:ext cx="10037258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DC9FE4D-9EA7-4CDB-ACF1-21F48910E52D}"/>
              </a:ext>
            </a:extLst>
          </p:cNvPr>
          <p:cNvSpPr/>
          <p:nvPr/>
        </p:nvSpPr>
        <p:spPr>
          <a:xfrm>
            <a:off x="6610349" y="4295775"/>
            <a:ext cx="520955" cy="83743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7CF7F9-1F6D-4BA2-B83B-06849FDA5BD7}"/>
              </a:ext>
            </a:extLst>
          </p:cNvPr>
          <p:cNvSpPr txBox="1"/>
          <p:nvPr/>
        </p:nvSpPr>
        <p:spPr>
          <a:xfrm>
            <a:off x="5663846" y="411110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P026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EB843-E3FE-4624-95E1-5B3888C4D8AF}"/>
              </a:ext>
            </a:extLst>
          </p:cNvPr>
          <p:cNvSpPr txBox="1"/>
          <p:nvPr/>
        </p:nvSpPr>
        <p:spPr>
          <a:xfrm>
            <a:off x="5663846" y="4529827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P028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81569-C0AC-4000-BAD3-B95D1694AB52}"/>
              </a:ext>
            </a:extLst>
          </p:cNvPr>
          <p:cNvSpPr txBox="1"/>
          <p:nvPr/>
        </p:nvSpPr>
        <p:spPr>
          <a:xfrm>
            <a:off x="5663846" y="4948545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570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14D3EC4-8CAC-4DC3-A480-6ECA2E535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85968A8-5219-4266-8C62-BFC46B78FD31}"/>
              </a:ext>
            </a:extLst>
          </p:cNvPr>
          <p:cNvSpPr/>
          <p:nvPr/>
        </p:nvSpPr>
        <p:spPr>
          <a:xfrm>
            <a:off x="9772649" y="2538006"/>
            <a:ext cx="514351" cy="281394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0E796-DB12-43E5-B280-410888AB2A99}"/>
              </a:ext>
            </a:extLst>
          </p:cNvPr>
          <p:cNvSpPr txBox="1"/>
          <p:nvPr/>
        </p:nvSpPr>
        <p:spPr>
          <a:xfrm>
            <a:off x="8666276" y="2887881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27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88D6344-339F-4C5B-9CB4-1FF613072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8748D9-3B74-43B5-B19B-A485BC6CD531}"/>
              </a:ext>
            </a:extLst>
          </p:cNvPr>
          <p:cNvSpPr/>
          <p:nvPr/>
        </p:nvSpPr>
        <p:spPr>
          <a:xfrm>
            <a:off x="6696075" y="4886325"/>
            <a:ext cx="435230" cy="2468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B2592-BF92-4956-9205-C9CD8EDE1690}"/>
              </a:ext>
            </a:extLst>
          </p:cNvPr>
          <p:cNvSpPr txBox="1"/>
          <p:nvPr/>
        </p:nvSpPr>
        <p:spPr>
          <a:xfrm>
            <a:off x="5562601" y="476387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9EC0B-92C2-4831-B68B-F6C8B511A560}"/>
              </a:ext>
            </a:extLst>
          </p:cNvPr>
          <p:cNvSpPr txBox="1"/>
          <p:nvPr/>
        </p:nvSpPr>
        <p:spPr>
          <a:xfrm>
            <a:off x="7081214" y="4394547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8620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2CA9D2B-2C12-4FB6-BEB9-A8E3E47C6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40901C-77C5-430F-957A-739201A7D5E0}"/>
              </a:ext>
            </a:extLst>
          </p:cNvPr>
          <p:cNvSpPr/>
          <p:nvPr/>
        </p:nvSpPr>
        <p:spPr>
          <a:xfrm>
            <a:off x="9810749" y="3423067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77B22-3980-4EAC-A281-C314462743FE}"/>
              </a:ext>
            </a:extLst>
          </p:cNvPr>
          <p:cNvSpPr txBox="1"/>
          <p:nvPr/>
        </p:nvSpPr>
        <p:spPr>
          <a:xfrm>
            <a:off x="8656751" y="3383518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738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B00A25-2321-4044-A800-7038447A3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54E8CD9-BB46-4FEF-B464-784D9A34877B}"/>
              </a:ext>
            </a:extLst>
          </p:cNvPr>
          <p:cNvSpPr/>
          <p:nvPr/>
        </p:nvSpPr>
        <p:spPr>
          <a:xfrm>
            <a:off x="8497094" y="4293925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00B6C-30F3-4478-BF8E-88B949C343E8}"/>
              </a:ext>
            </a:extLst>
          </p:cNvPr>
          <p:cNvSpPr txBox="1"/>
          <p:nvPr/>
        </p:nvSpPr>
        <p:spPr>
          <a:xfrm>
            <a:off x="8598694" y="3702832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35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00F860E-B664-491E-845C-E4DEC9E50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23C4B3B-1718-4E01-AD91-9AC1FC2CD21D}"/>
              </a:ext>
            </a:extLst>
          </p:cNvPr>
          <p:cNvSpPr/>
          <p:nvPr/>
        </p:nvSpPr>
        <p:spPr>
          <a:xfrm>
            <a:off x="9687266" y="2958610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0D127-9BD9-4D73-9504-316156CBB329}"/>
              </a:ext>
            </a:extLst>
          </p:cNvPr>
          <p:cNvSpPr txBox="1"/>
          <p:nvPr/>
        </p:nvSpPr>
        <p:spPr>
          <a:xfrm>
            <a:off x="9130626" y="238233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P034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5997D-A73C-4910-BF6B-ED164302A7B2}"/>
              </a:ext>
            </a:extLst>
          </p:cNvPr>
          <p:cNvSpPr txBox="1"/>
          <p:nvPr/>
        </p:nvSpPr>
        <p:spPr>
          <a:xfrm>
            <a:off x="10278356" y="238233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4359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5B52D17-D0AB-4BCB-8320-51EDEAF0A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A5A2A4D-2A0A-4930-B300-BDD77AC9BF5A}"/>
              </a:ext>
            </a:extLst>
          </p:cNvPr>
          <p:cNvSpPr/>
          <p:nvPr/>
        </p:nvSpPr>
        <p:spPr>
          <a:xfrm>
            <a:off x="9130626" y="4969118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59F838-EFA9-409A-8E8D-5AB7E9662D32}"/>
              </a:ext>
            </a:extLst>
          </p:cNvPr>
          <p:cNvSpPr txBox="1"/>
          <p:nvPr/>
        </p:nvSpPr>
        <p:spPr>
          <a:xfrm>
            <a:off x="9050897" y="441687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3120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B1B5838-4AE7-411B-82B8-3F330471F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1D91CBFC-D369-4414-9482-F6EACEC6E0AF}"/>
              </a:ext>
            </a:extLst>
          </p:cNvPr>
          <p:cNvSpPr/>
          <p:nvPr/>
        </p:nvSpPr>
        <p:spPr>
          <a:xfrm>
            <a:off x="4430990" y="4776713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C1A36-E907-4729-BA4B-F8968C8D6EB5}"/>
              </a:ext>
            </a:extLst>
          </p:cNvPr>
          <p:cNvSpPr txBox="1"/>
          <p:nvPr/>
        </p:nvSpPr>
        <p:spPr>
          <a:xfrm>
            <a:off x="4271533" y="430257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838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D240F1C-DF6A-45D2-991E-7A363744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9" y="0"/>
            <a:ext cx="11524481" cy="68580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F866355-5D03-4E27-ABBF-6853FE68C905}"/>
              </a:ext>
            </a:extLst>
          </p:cNvPr>
          <p:cNvSpPr/>
          <p:nvPr/>
        </p:nvSpPr>
        <p:spPr>
          <a:xfrm>
            <a:off x="9793565" y="2957438"/>
            <a:ext cx="704851" cy="329783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D5EC1-773C-4666-B872-38F72A96FD21}"/>
              </a:ext>
            </a:extLst>
          </p:cNvPr>
          <p:cNvSpPr txBox="1"/>
          <p:nvPr/>
        </p:nvSpPr>
        <p:spPr>
          <a:xfrm>
            <a:off x="9713837" y="2359479"/>
            <a:ext cx="8643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dirty="0"/>
              <a:t>P038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342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42</Words>
  <Application>Microsoft Office PowerPoint</Application>
  <PresentationFormat>와이드스크린</PresentationFormat>
  <Paragraphs>42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Jiho</dc:creator>
  <cp:lastModifiedBy>Jiho</cp:lastModifiedBy>
  <cp:revision>21</cp:revision>
  <dcterms:created xsi:type="dcterms:W3CDTF">2026-10-28T07:57:29Z</dcterms:created>
  <dcterms:modified xsi:type="dcterms:W3CDTF">2026-10-29T04:25:52Z</dcterms:modified>
</cp:coreProperties>
</file>